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GB" altLang="en-US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Bright Coffee Shop Analysis</a:t>
            </a:r>
            <a:endParaRPr lang="en-GB" altLang="en-US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GB" altLang="en-US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noFill/>
                <a:effectLst/>
              </a:rPr>
              <a:t>Business insight for strategic growth</a:t>
            </a:r>
            <a:endParaRPr lang="en-GB" altLang="en-US">
              <a:ln w="15875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:ln>
              <a:noFill/>
              <a:effectLst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01065" y="60375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GB" altLang="en-US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Pesented by: Gugulethu Dlamini</a:t>
            </a:r>
            <a:endParaRPr lang="en-GB" altLang="en-US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GB" altLang="en-US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noFill/>
                <a:effectLst/>
              </a:rPr>
              <a:t>Revenue breakdown by product category</a:t>
            </a:r>
            <a:br>
              <a:rPr lang="en-GB" altLang="en-US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noFill/>
                <a:effectLst/>
              </a:rPr>
            </a:br>
            <a:endParaRPr lang="en-GB" altLang="en-US">
              <a:ln w="15875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:ln>
              <a:noFill/>
              <a:effectLst/>
            </a:endParaRPr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0525" y="1691005"/>
            <a:ext cx="6913880" cy="441388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374255" y="1841500"/>
            <a:ext cx="4648200" cy="2762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/>
              <a:t>Coffee is the top revenue driver with a total of </a:t>
            </a:r>
            <a:r>
              <a:rPr lang="en-GB" altLang="en-US" b="1"/>
              <a:t>R123 083.45</a:t>
            </a:r>
            <a:endParaRPr lang="en-GB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/>
              <a:t>The backery has a moderate contribution, there is potential if sold as a combo e.g + Coffee/Tea</a:t>
            </a:r>
            <a:endParaRPr lang="en-GB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/>
              <a:t>Sugessting introducing Promotions for increased sales.</a:t>
            </a:r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noFill/>
                <a:effectLst/>
              </a:rPr>
              <a:t>Sales by time of the day</a:t>
            </a:r>
            <a:endParaRPr lang="en-GB" altLang="en-US">
              <a:ln w="15875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:ln>
              <a:noFill/>
              <a:effectLst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88695" y="1311275"/>
            <a:ext cx="10619105" cy="37306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773555" y="5208270"/>
            <a:ext cx="6118225" cy="1362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Morning hours (06:00–11:59) consistently generate the highest revenue, followed by Afternoon. Sales drop significantly after 8 PM, indicating an opportunity for evening campaigns or loyalty programs</a:t>
            </a:r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noFill/>
                <a:effectLst/>
              </a:rPr>
              <a:t>Analysis on Store Location</a:t>
            </a:r>
            <a:endParaRPr lang="en-GB" altLang="en-US">
              <a:ln w="15875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:ln>
              <a:noFill/>
              <a:effectLst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99660" y="1920240"/>
            <a:ext cx="6454140" cy="30175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12420" y="1920240"/>
            <a:ext cx="406400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One store consistently outperforms the others in total revenue, likely due to higher foot traffic or better product mix.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The second location shows moderate performance, with steady weekday sales but lower weekend spikes.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The third location underperforms, suggesting issues with customer volume, product appeal, or operational efficiency.</a:t>
            </a:r>
            <a:endParaRPr lang="en-GB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noFill/>
                <a:effectLst/>
                <a:sym typeface="+mn-ea"/>
              </a:rPr>
              <a:t>Strategic Recommendations</a:t>
            </a:r>
            <a:endParaRPr lang="en-US" altLang="en-GB">
              <a:ln w="15875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:ln>
              <a:noFill/>
              <a:effectLst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Boost marketing in underperforming locations during peak hours of other stores.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Consider menu localization—tailoring offerings to match customer preferences by location.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Use cross-location comparisons to identify best practices and replicate success.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noFill/>
                <a:effectLst/>
              </a:rPr>
              <a:t>Thank you.</a:t>
            </a:r>
            <a:endParaRPr lang="en-GB" altLang="en-US">
              <a:ln w="15875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:ln>
              <a:noFill/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1207</Words>
  <Application>WPS Presentation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HP</cp:lastModifiedBy>
  <cp:revision>3</cp:revision>
  <dcterms:created xsi:type="dcterms:W3CDTF">2025-07-23T00:59:00Z</dcterms:created>
  <dcterms:modified xsi:type="dcterms:W3CDTF">2025-11-10T18:50:21Z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87FCF402B01D40CABD6483E16ECB0F0A_11</vt:lpwstr>
  </property>
  <property fmtid="{D5CDD505-2E9C-101B-9397-08002B2CF9AE}" pid="3" name="KSOProductBuildVer">
    <vt:lpwstr>2057-12.2.0.23155</vt:lpwstr>
  </property>
</Properties>
</file>